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Meet CRMITdesk Evolved. It's a single platform that brings your sales pipeline and your IT help desk together, with AI woven into almost every screen instead of bolted on as an afterthought.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growing businesses end up running a CRM and a help desk as two completely separate tools. That means two logins, two databases, and no shared view of the customer — support can't see the deal that was just signed, and sales has no idea a customer has three open tickets. Worse, every integration, automation, and report has to be built and maintained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CRMITdesk Evolved fixes that by running sales and support side by side — same contacts, same organization, same login. On top of that shared foundation, we've layered AI across the whole platform, and a no-code automation engine that connects the two sides without needing a developer.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we're about to show you falls into three pillars: an all-in-one platform for CRM and IT support, AI built into nearly every screen, and no-code automation that connects it all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start with the first pillar: the all-in-one platform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sales side, teams capture leads, qualify them, and convert them into deals in one click. A drag-and-drop board moves deals across your pipeline stages, quotes go out with proper line items, and campaigns reach your whole contact base. Built-in forecasting shows funnel value, win rate, and a probability-weighted revenue forecast — no spreadsheet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support side, tickets carry categories and priorities, and SLA deadlines are calculated automatically the moment a ticket is created. A knowledge base, an IT asset inventory, and ITIL-style change management round out the help desk — and every resolved ticket automatically triggers a customer satisfaction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Email and WhatsApp conversations both land in one shared inbox, updating live as messages arrive. Agents filter by channel or status and always know who's already handling a conversation — so nothing falls through the cracks between channels.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your customers get their own lightweight, branded portal. They log in with a secure, passwordless magic link, submit and track their own tickets, and see your logo and colors instead of ours — so it feels like part of your product, not a bolted-on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pillar is AI — and this is where CRMITdesk Evolved really stands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sales, leads are scored automatically with a plain-language reason attached to every score. AI drafts follow-up emails and full nurture sequences, predicts win probability and likely close dates from your own pipeline history, and flags churn risk right on the contact page — so reps spend their time on the deals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support, agents get suggested replies grounded in your own knowledge base, automatic routing suggestions, and duplicate detection that flags a redundant ticket before it's even submitted. Sentiment detection and SLA-risk scoring highlight which open tickets need attention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Studio is where the platform adapts to you. Describe your industry once, and it proposes your own terminology throughout the app — a ticket can become a 'case', a deal can become a 'policy', whatever fits your business — plus a starter set of automation rules. Nothing is applied until you've reviewed it and clicked Apply, so you're always the one in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it's not limited to one screen. A natural-language command bar turns a typed instruction into a finished record. You can ask your dashboard a plain-English question and get a real, data-grounded answer back. You can even paste in raw meeting notes and get structured contacts, leads, and next steps out the other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pillar is automation — turning repetitive manual steps into rules that run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Managers build if-this-then-that automation rules across tickets, leads, and deals with no code at all — assign, re-prioritize, send an email, or message someone on WhatsApp, automatically, the moment something happens. Every rule keeps a running log so you can see exactly what fired and when.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staff member can schedule a WhatsApp reminder directly from a ticket or a deal — a one-off nudge or a recurring one — sent to the customer, the assignee, or any number you choose. Set it once, and the platform handles the rest in the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also connects outward — Slack and Microsoft Teams get notified the moment a ticket comes in, an SLA breaches, or a deal is won. Outgoing webhooks are cryptographically signed so your systems can verify they really came from us, and a scoped API key gives developers programmatic access when they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 of this comes at the expense of security. Every organization's data is fully isolated, six-role access control governs who can see and do what, two-factor authentication and encrypted secrets protect your accounts and credentials, and a complete audit trail records every meaningful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Reporting rounds it out — live dashboards for pipeline, ticket volume, and SLA compliance, a short-term forecast for ticket volume, a probability-weighted revenue forecast, and one-click CSV export whenever you need the raw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it's simple to get started. Free, Pro, and Enterprise plans all run the full platform — CRM, IT desk, and AI — with self-serve billing and plan management built right into the app, and seat-based pricing that scales as your team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switching between tools that don't talk to each other. CRMITdesk Evolved brings your sales team, your support team, and AI together in one place, so every conversation with a customer has the full picture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this looks like something your team needs, reach out to us at support at quantiqsystems dot com, and we'll walk you through CRMITdesk Evolved using a use case from your own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00C9A7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CRMITDESK EVOLVED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CRMITdesk Evolved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sales and support — with AI built in from day one.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QUANTIQ SYSTEMS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PuzzlePie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and support shouldn't live in different apps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CRM and a separate help desk mean two logins, two databases, and no shared view of the customer.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has no visibility into the deal a customer just signed. Sales has no idea a customer has three open tickets.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automation, integration, and report has to be built and maintained twice.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One shared view of every customer.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CRMITdesk Evolved runs sales and support side by side, on the same contacts, the same organization, the same login.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available across the whole platform, not a separate add-on.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automation engine connects the two sides without a developer.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dashboar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pillars,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423818" cy="448056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80489" y="2057400"/>
            <a:ext cx="960120" cy="96012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5" name="Image 0" descr="/sessions/awesome-vibrant-wozniak/mnt/outputs/deck/icons/Fa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4906" y="2191817"/>
            <a:ext cx="691286" cy="6912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 Platform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680" y="4069080"/>
            <a:ext cx="27837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IT help desk, unified — plus a self-service portal for your customers.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83938" y="1600200"/>
            <a:ext cx="3423818" cy="448056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15788" y="2057400"/>
            <a:ext cx="960120" cy="96012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10" name="Image 1" descr="/sessions/awesome-vibrant-wozniak/mnt/outputs/deck/icons/Fa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204" y="2191817"/>
            <a:ext cx="691286" cy="6912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58258" y="329184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Built In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4703978" y="4069080"/>
            <a:ext cx="27837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on nearly every screen, for both sales and support teams.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219237" y="1600200"/>
            <a:ext cx="3423818" cy="4480560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451086" y="2057400"/>
            <a:ext cx="960120" cy="96012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15" name="Image 2" descr="/sessions/awesome-vibrant-wozniak/mnt/outputs/deck/icons/FaBo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503" y="2191817"/>
            <a:ext cx="691286" cy="6912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93557" y="329184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No-Code Automation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539277" y="4069080"/>
            <a:ext cx="278373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scheduled reminders, and integrations — no engineering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828800"/>
            <a:ext cx="4023360" cy="402336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ONE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 Platform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support, and self-service — under one roof.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Chart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sales pipeline, start to finish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leads, qualify them, and convert them into deals with one click.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drag-and-drop Kanban board moves deals through your pipeline stages.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quotes with line items, and run bulk email campaigns to your contact base.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forecasting shows funnel value, win rate, and a probability-weighted revenue forecast.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deals-kanba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Lif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support that keeps every SLA visible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with categories, priorities, and automatic SLA deadlines.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base, IT asset inventory, and ITIL-style change management.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customer satisfaction surveys after every resolved ticket.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tickets-li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In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inbox for email and WhatsApp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and WhatsApp conversation lands in a single shared inbox.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update live — no refreshing, no missed messages.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filter by channel and status, and see who's already assigned.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branded self-service portal for your customers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log in with a secure, passwordless magic link — no password to remember.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submit and track their own tickets without emailing or calling in.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styling — logo, color, and welcome text — matches your brand.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828800"/>
            <a:ext cx="4023360" cy="402336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TWO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Built In, Not Bolted 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shows up where the work happens — for sales and support alike.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helps sales close more, faster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lead scoring with a plain-language reason for every score.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follow-up emails and multi-touch nurture sequences.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Win-probability and close-date prediction based on your own pipeline history.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Churn-risk and account health signals right on the contact page.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helps support resolve faster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replies, grounded in your own published knowledge base articles.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routing suggestions for category and assignee.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Duplicate-ticket detection before a redundant ticket is even submitted.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detection and SLA-breach-risk scoring on every open ticket.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ticket-ai-reply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Mag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Studio — the AI learns your business, not the other way around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industry once, and AI proposes your own terminology — 'Ticket' becomes 'Case', 'Deal' becomes 'Policy', whatever fits.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drafts starter automation rules for you to review and approve.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until you review and click Apply — you're always in control.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ai-studio-generate-setu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Term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it anything, right from the toolbar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command bar (Ctrl/Cmd+K) turns a typed instruction into a finished record.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dashboard a plain-English question and get a real answer, grounded in your live data.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raw meeting notes and get structured contacts, leads, and next steps back.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828800"/>
            <a:ext cx="4023360" cy="402336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514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THREE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28803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Busywork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rules and reminders that run themselves.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Project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No-code workflows across sales and support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if-this-then-that rules for tickets, leads, and deals — no code required.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actions like assigning, prioritizing, emailing, or messaging on WhatsApp.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keeps a running execution log, so you can see exactly what fired and when.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workflows-lis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Whats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WhatsApp reminders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one-off or recurring reminder tied to any ticket or deal.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the customer, the assignee, or any number you choose.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automatically in the background — set it once and move on.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Pl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tools your team already uses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and Microsoft Teams notifications for new tickets, SLA breaches, and won deals.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verifiable outgoing webhooks for your own systems.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scoped, revocable API key for programmatic access.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Shield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 trust, from day one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organization's data is fully isolated in its own tenant.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Six-role access control, down to row-level restriction on tickets.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authentication, encrypted secrets at rest, and a full audit trail.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API keys for every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answers, not just raw data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1965960"/>
            <a:ext cx="4160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 for pipeline, ticket volume, and SLA compliance.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7-day forecast for ticket volume, and a probability-weighted revenue forecast.</a:t>
            </a:r>
            <a:endParaRPr lang="en-US" sz="1350" dirty="0"/>
          </a:p>
          <a:p>
            <a:pPr marL="203200" indent="-203200"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CSV export on every chart.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49240" y="2354667"/>
            <a:ext cx="6293815" cy="3337386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DFE3F0"/>
            </a:solidFill>
            <a:prstDash val="solid"/>
          </a:ln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95544" y="2464395"/>
            <a:ext cx="91440" cy="91440"/>
          </a:xfrm>
          <a:prstGeom prst="ellipse">
            <a:avLst/>
          </a:prstGeom>
          <a:solidFill>
            <a:srgbClr val="F0605A"/>
          </a:solidFill>
          <a:ln/>
        </p:spPr>
      </p:sp>
      <p:sp>
        <p:nvSpPr>
          <p:cNvPr id="9" name="Shape 6"/>
          <p:cNvSpPr/>
          <p:nvPr/>
        </p:nvSpPr>
        <p:spPr>
          <a:xfrm>
            <a:off x="5650992" y="2464395"/>
            <a:ext cx="91440" cy="91440"/>
          </a:xfrm>
          <a:prstGeom prst="ellipse">
            <a:avLst/>
          </a:prstGeom>
          <a:solidFill>
            <a:srgbClr val="F5BD4E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0" y="2464395"/>
            <a:ext cx="91440" cy="91440"/>
          </a:xfrm>
          <a:prstGeom prst="ellipse">
            <a:avLst/>
          </a:prstGeom>
          <a:solidFill>
            <a:srgbClr val="61C454"/>
          </a:solidFill>
          <a:ln/>
        </p:spPr>
      </p:sp>
      <p:pic>
        <p:nvPicPr>
          <p:cNvPr id="11" name="Image 1" descr="/sessions/awesome-vibrant-wozniak/mnt/outputs/deck/screens/analytic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2956" y="2665563"/>
            <a:ext cx="6266383" cy="30127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1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00C9A7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pic>
        <p:nvPicPr>
          <p:cNvPr id="3" name="Image 0" descr="/sessions/awesome-vibrant-wozniak/mnt/outputs/deck/icons/Fa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" y="624535"/>
            <a:ext cx="625450" cy="625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029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 that grow with your team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11094415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41B41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874520"/>
            <a:ext cx="100885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Pro, and Enterprise plans — every plan runs the full platform: CRM, IT Desk, and AI.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billing and plan management, right in the app.</a:t>
            </a:r>
            <a:endParaRPr lang="en-US" sz="1800" dirty="0"/>
          </a:p>
          <a:p>
            <a:pPr marL="254000" indent="-254000">
              <a:spcAft>
                <a:spcPts val="2200"/>
              </a:spcAft>
              <a:buSzPct val="100000"/>
              <a:buChar char="▪"/>
            </a:pPr>
            <a:r>
              <a:rPr lang="en-US" sz="180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Seat-based pricing that scales as your team grows.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669280" cy="5669280"/>
          </a:xfrm>
          <a:prstGeom prst="ellipse">
            <a:avLst/>
          </a:prstGeom>
          <a:solidFill>
            <a:srgbClr val="00C9A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840480" cy="3840480"/>
          </a:xfrm>
          <a:prstGeom prst="ellipse">
            <a:avLst/>
          </a:prstGeom>
          <a:solidFill>
            <a:srgbClr val="00C9A7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28600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switching tools. Start sharing one view of your customer.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463040" y="41148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CRMITdesk Evolved — CRM, IT support, and AI, together.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828800"/>
            <a:ext cx="4023360" cy="4023360"/>
          </a:xfrm>
          <a:prstGeom prst="ellipse">
            <a:avLst/>
          </a:prstGeom>
          <a:solidFill>
            <a:srgbClr val="00C9A7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on your own data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walkthrough and we'll show you CRMITdesk Evolved with your own use case.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4297680" cy="777240"/>
          </a:xfrm>
          <a:prstGeom prst="roundRect">
            <a:avLst>
              <a:gd name="adj" fmla="val 16471"/>
            </a:avLst>
          </a:prstGeom>
          <a:solidFill>
            <a:srgbClr val="00C9A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support@quantiqsystems.com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7E8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CRMITdesk Evolved — by QuantiQ Systems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QuantiQ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CRMITdesk Evolved — Product Overview</dc:title>
  <dc:subject>PptxGenJS Presentation</dc:subject>
  <dc:creator>CRMITdesk Evolved</dc:creator>
  <cp:lastModifiedBy>CRMITdesk Evolved</cp:lastModifiedBy>
  <cp:revision>1</cp:revision>
  <dcterms:created xsi:type="dcterms:W3CDTF">2026-07-27T08:55:44Z</dcterms:created>
  <dcterms:modified xsi:type="dcterms:W3CDTF">2026-07-27T08:55:44Z</dcterms:modified>
</cp:coreProperties>
</file>